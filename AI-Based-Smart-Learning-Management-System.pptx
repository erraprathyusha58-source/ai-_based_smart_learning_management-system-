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CE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9824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AI-Based Smart Learning Management System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85653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E. Prathyusha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 |  Class: AIML - B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63662"/>
            <a:ext cx="5759107" cy="38384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507409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72546"/>
            <a:ext cx="5399250" cy="6257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40064" y="5100340"/>
            <a:ext cx="5092870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in Education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840064" y="5322292"/>
            <a:ext cx="509287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Artificial Intelligence (AI) is changing the way education is delivered.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0871" y="4972546"/>
            <a:ext cx="5399349" cy="6257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09460" y="5100340"/>
            <a:ext cx="5092969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LMS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6309460" y="5322292"/>
            <a:ext cx="509296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Smart Learning Management System (LMS) uses AI to make learning more effective.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668466"/>
            <a:ext cx="5399250" cy="6257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40064" y="5796260"/>
            <a:ext cx="5092870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Personalized Experiences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840064" y="6018213"/>
            <a:ext cx="509287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provides personalized learning experiences for students.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30871" y="5668466"/>
            <a:ext cx="5399349" cy="62577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09460" y="5796260"/>
            <a:ext cx="5092969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Teacher Support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6309460" y="6018213"/>
            <a:ext cx="509296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helps teachers manage courses, assessments, and student performance.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97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an AI-Based Smart LMS?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96468"/>
            <a:ext cx="3504219" cy="23390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3029744"/>
            <a:ext cx="690326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LMS is a platform used to manage educational content and activities.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adds intelligence and automation to the LMS.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analyzes student learning patterns and performance.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recommends suitable study materials and activities.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provides personalized support to each learner.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3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0203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1075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Personalized Learning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19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personalized learning to students.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00203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271075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Engagement &amp; Performance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119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student engagement and performance.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002036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271075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Grading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119438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 grading and assessment.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481101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Strengths &amp; Weaknesses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61475" y="5219700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students' strengths and weaknesses.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4102298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63135" y="481101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Data-Driven Decisions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363135" y="5219700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 teachers make better decisions using learning data.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90252"/>
            <a:ext cx="5168473" cy="3444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119761"/>
            <a:ext cx="1086874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61475" y="4527550"/>
            <a:ext cx="5406096" cy="542429"/>
          </a:xfrm>
          <a:prstGeom prst="roundRect">
            <a:avLst>
              <a:gd name="adj" fmla="val 80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1109" y="4637187"/>
            <a:ext cx="518682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Personalized Learning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71109" y="4832449"/>
            <a:ext cx="5186828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Adapts content according to student needs.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124025" y="4527550"/>
            <a:ext cx="5406195" cy="542429"/>
          </a:xfrm>
          <a:prstGeom prst="roundRect">
            <a:avLst>
              <a:gd name="adj" fmla="val 80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33659" y="4637187"/>
            <a:ext cx="5186927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Chatbot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33659" y="4832449"/>
            <a:ext cx="5186927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instant answers to student queries.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61475" y="5126434"/>
            <a:ext cx="5406096" cy="542429"/>
          </a:xfrm>
          <a:prstGeom prst="roundRect">
            <a:avLst>
              <a:gd name="adj" fmla="val 80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1109" y="5236071"/>
            <a:ext cx="518682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Assessment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1109" y="5431334"/>
            <a:ext cx="5186828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Helps evaluate tests and assignments.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4025" y="5126434"/>
            <a:ext cx="5406195" cy="542429"/>
          </a:xfrm>
          <a:prstGeom prst="roundRect">
            <a:avLst>
              <a:gd name="adj" fmla="val 80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33659" y="5236071"/>
            <a:ext cx="5186927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Analytics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33659" y="5431334"/>
            <a:ext cx="5186927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Tracks student progress in real time.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61475" y="5725319"/>
            <a:ext cx="5406096" cy="542429"/>
          </a:xfrm>
          <a:prstGeom prst="roundRect">
            <a:avLst>
              <a:gd name="adj" fmla="val 80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1109" y="5834955"/>
            <a:ext cx="518682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Recommendations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1109" y="6030218"/>
            <a:ext cx="5186828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Suggests relevant courses and resources.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24025" y="5725319"/>
            <a:ext cx="5406195" cy="542429"/>
          </a:xfrm>
          <a:prstGeom prst="roundRect">
            <a:avLst>
              <a:gd name="adj" fmla="val 80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3659" y="5834955"/>
            <a:ext cx="5186927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Adaptive Learning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33659" y="6030218"/>
            <a:ext cx="5186927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Adjusts difficulty level based on performance.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It Works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Strengths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Analysis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Collect Data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Study &amp; Complete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 In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AI-based Smart LMS continuously monitors and adapts to each student's unique learning journey, creating a feedback loop that improves over time.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404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608163"/>
            <a:ext cx="5476043" cy="2515791"/>
          </a:xfrm>
          <a:prstGeom prst="roundRect">
            <a:avLst>
              <a:gd name="adj" fmla="val 541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797175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 Students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281462"/>
            <a:ext cx="509802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Personalized learning experience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 feedback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 at their own pace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understanding of difficult topics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academic performance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79717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 Teachers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281462"/>
            <a:ext cx="520379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Saves time through automation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student performance tracking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grading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Helps identify weak areas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data-driven teaching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359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Applications &amp; Challenges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65016"/>
            <a:ext cx="3518308" cy="23485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661" y="1543645"/>
            <a:ext cx="691081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625661" y="1996777"/>
            <a:ext cx="6910810" cy="1647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education &amp; virtual classrooms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examinations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 development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tutoring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 preparation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25661" y="3882430"/>
            <a:ext cx="6910810" cy="2540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625661" y="4145955"/>
            <a:ext cx="691081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Challenges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625661" y="4599087"/>
            <a:ext cx="6910810" cy="1647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privacy and security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implementation cost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Dependence on accurate data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 requirements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 for human supervision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62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4032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5723" y="2805212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Personalized, Adaptive &amp; Efficient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275723" y="3213894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AI-based Smart LMS makes education personalized, adaptive, and efficient.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13915" y="274032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28163" y="2805212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Right Content at the Right Time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828163" y="3213894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helps students receive the right content at the right time.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19675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5723" y="4261644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Reduced Teacher Workload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275723" y="4670326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reduces teachers' workload through automation and smart tools.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13915" y="419675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8163" y="4261644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of Education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828163" y="4670326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AI-based LMS has great potential to transform the future of education.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25" y="2687042"/>
            <a:ext cx="10868745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Thank You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356682" y="415190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E. Prathyusha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 |  Class: AIML - B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2026-10-06T06:36:00Z</dcterms:created>
  <dcterms:modified xsi:type="dcterms:W3CDTF">2026-10-06T06:36:00Z</dcterms:modified>
</cp:coreProperties>
</file>